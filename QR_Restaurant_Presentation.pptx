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ТӨГСӨЛТИЙН АЖЛЫН ТАНИЛЦУУЛГА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  <a:latin typeface="Segoe UI"/>
              </a:rPr>
              <a:t>QR код дээр суурилсан</a:t>
            </a:r>
          </a:p>
          <a:p>
            <a:pPr algn="l"/>
            <a:r>
              <a:rPr sz="4400" b="1">
                <a:solidFill>
                  <a:srgbClr val="F5F5F5"/>
                </a:solidFill>
                <a:latin typeface="Segoe UI"/>
              </a:rPr>
              <a:t>ресторан ширээ захиалгын систем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Segoe UI"/>
              </a:rPr>
              <a:t>Бодит цагийн захиалга · Нөөцийн удирдлага · Олон зочны дэмжлэг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029200"/>
            <a:ext cx="5943600" cy="12344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5138928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Боловсруулсан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539496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Segoe UI"/>
              </a:rPr>
              <a:t>Оюутны нэр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7607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Удирдагч багш: 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5138928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Segoe UI"/>
              </a:rPr>
              <a:t>Огноо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539496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Segoe UI"/>
              </a:rPr>
              <a:t>2026 он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Асуудлын тодорхойлолт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Одоогийн рестораны үйлчилгээний сул талууд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5417820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57399"/>
            <a:ext cx="50520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Хүлээлт их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51759"/>
            <a:ext cx="50520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Зочин цэс, төлбөр, үйлчлэгчийг удаан хүлээж, сэтгэл ханамж буурдаг.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0780" y="1874519"/>
            <a:ext cx="5417820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9380" y="2057399"/>
            <a:ext cx="50520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Хүний алдаа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9380" y="2651759"/>
            <a:ext cx="50520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Гар захиалга буруу бичигдэх, давхардах, хасалт хийгдэхгүй байх.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206239"/>
            <a:ext cx="5417820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389119"/>
            <a:ext cx="50520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Нөөц удирдлагагүй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83479"/>
            <a:ext cx="50520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Ундаа, дарс зэрэг гаднаас орж ирсэн бараа хяналтгүй дуусдаг.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0780" y="4206239"/>
            <a:ext cx="5417820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9380" y="4389119"/>
            <a:ext cx="50520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Бодит цаг алга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9380" y="4983479"/>
            <a:ext cx="50520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Менежер борлуулалт, ачаалалтай цагийг шууд харж чадахгүй.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Зорилго ба зорилтууд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Segoe UI"/>
              </a:rPr>
              <a:t>Ерөнхий зорилго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Зочин өөрийн утсаар QR код уншуулан цэс харж, захиалга өгөх;</a:t>
            </a:r>
          </a:p>
          <a:p>
            <a:pPr algn="l"/>
            <a:r>
              <a:rPr sz="1500" b="0">
                <a:solidFill>
                  <a:srgbClr val="F5F5F5"/>
                </a:solidFill>
                <a:latin typeface="Segoe UI"/>
              </a:rPr>
              <a:t>ажилтнууд бодит цагт захиалга, ширээ, нөөцийг удирдах нэгдмэл систем бий болгох.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Segoe UI"/>
              </a:rPr>
              <a:t>Нарийвчилсан зорилтууд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4087367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977639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Ширээ бүрт QR token үүсгэж, олон зочны зэрэгцэн захиалга өгөх боломж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4471415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361687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Захиалгын төлөв (pending → preparing → served → paid) автомат удирдлага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855463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745735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Менежер, кассчин, үйлчлэгч, тогоочийн эрхийн түвшинтэй самбар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239511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129783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Гаднаас орж ирсэн барааны нөөц, автомат хасалт, доод хэмжээний мэдэгдэл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5623559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13831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Бодит цагийн socket холболтоор бүх төхөөрөмж шууд шинэчлэгдэх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6007607"/>
            <a:ext cx="128016" cy="128016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897879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Борлуулалт, топ хоол, ачаалалтай цагийн тайлан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Системийн архитектур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Монорепо дээр суурилсан клиент-сервер бүтэц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3657600" cy="4389120"/>
          </a:xfrm>
          <a:prstGeom prst="roundRect">
            <a:avLst>
              <a:gd name="adj" fmla="val 12000"/>
            </a:avLst>
          </a:prstGeom>
          <a:solidFill>
            <a:srgbClr val="2A374B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Клиент талууд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Зочны веб (QR → цэс → захиалга)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52044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Ажилтны самбар (менежер, кассчин,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үйлчлэгч, тогооч)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657600" cy="4389120"/>
          </a:xfrm>
          <a:prstGeom prst="roundRect">
            <a:avLst>
              <a:gd name="adj" fmla="val 12000"/>
            </a:avLst>
          </a:prstGeom>
          <a:solidFill>
            <a:srgbClr val="3B2D1C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API сервер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9748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Express 5 + TypeScript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52044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JWT + роль шалгалт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3434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Socket.IO (бодит цаг)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516636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REST: /api/orders, /api/menu,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/api/inventory, /api/notifications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828800"/>
            <a:ext cx="3657600" cy="4389120"/>
          </a:xfrm>
          <a:prstGeom prst="roundRect">
            <a:avLst>
              <a:gd name="adj" fmla="val 12000"/>
            </a:avLst>
          </a:prstGeom>
          <a:solidFill>
            <a:srgbClr val="1C332C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057400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Өгөгдлийн сан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269748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352044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Drizzle ORM + drizzle-kit push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4343400"/>
            <a:ext cx="3108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• tables, orders, menu_items,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inventory_items, notifications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201240" y="3840480"/>
            <a:ext cx="23860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087440" y="3840480"/>
            <a:ext cx="238600" cy="36576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Ашигласан технологи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657600" cy="429768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19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1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React 18 + 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4611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TanStack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Tailwind + shadcn/ui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5195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Zustand (store)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7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Recharts (график)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2577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Socket.IO client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1874519"/>
            <a:ext cx="3657600" cy="429768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2103119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7431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Node.js + Express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324611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TypeScript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74903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Drizzle 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60" y="425195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Socket.IO server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75487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JWT + bcrypt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52577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Multer (зураг)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874519"/>
            <a:ext cx="3657600" cy="429768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2103119"/>
            <a:ext cx="3108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Segoe UI"/>
              </a:rPr>
              <a:t>Infra &amp; хэрэгсэл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0" y="27431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PostgreSQL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24611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pnpm monorepo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374903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esbuild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425195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Orval (OpenAPI → React hook)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75487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LaTeX (thesis)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5257799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Segoe UI"/>
              </a:rPr>
              <a:t>▸ Git + GitHub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QR захиалгын урсгал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Зочин → захиалга → тогооч → төлбөр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0847" y="2743200"/>
            <a:ext cx="1828800" cy="23774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0927" y="29260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0927" y="2953512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2287" y="3611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Segoe UI"/>
              </a:rPr>
              <a:t>QR skan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575" y="4069080"/>
            <a:ext cx="16093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Зочин ширээний QR-г уншуулж,</a:t>
            </a:r>
          </a:p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цэс рүү шууд нэвтэрнэ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01087" y="2743200"/>
            <a:ext cx="1828800" cy="23774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941167" y="29260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41167" y="2953512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2527" y="3611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Segoe UI"/>
              </a:rPr>
              <a:t>Session нээх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10815" y="4069080"/>
            <a:ext cx="16093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Үйлчлэгч ширээг идэвхжүүлж</a:t>
            </a:r>
          </a:p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table_sessions үүсгэнэ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1327" y="2743200"/>
            <a:ext cx="1828800" cy="23774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861407" y="29260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1407" y="2953512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12767" y="3611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Segoe UI"/>
              </a:rPr>
              <a:t>Захиалга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1055" y="4069080"/>
            <a:ext cx="16093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Зочин хоол сонгож</a:t>
            </a:r>
          </a:p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POST /api/orders илгээнэ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1567" y="2743200"/>
            <a:ext cx="1828800" cy="23774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781647" y="29260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1647" y="2953512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3611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Segoe UI"/>
              </a:rPr>
              <a:t>Тогооч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1295" y="4069080"/>
            <a:ext cx="16093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pending → preparing</a:t>
            </a:r>
          </a:p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статус шилжүүлнэ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1807" y="2743200"/>
            <a:ext cx="1828800" cy="23774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01887" y="29260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01887" y="2953512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Segoe U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3247" y="3611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Segoe UI"/>
              </a:rPr>
              <a:t>Үйлчилгээ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71535" y="4069080"/>
            <a:ext cx="16093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ready → served</a:t>
            </a:r>
          </a:p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(бодит цагт сошиол)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982047" y="2743200"/>
            <a:ext cx="1828800" cy="23774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22127" y="2926080"/>
            <a:ext cx="548640" cy="54864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22127" y="2953512"/>
            <a:ext cx="548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5F5"/>
                </a:solidFill>
                <a:latin typeface="Segoe U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73487" y="3611880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5F5F5"/>
                </a:solidFill>
                <a:latin typeface="Segoe UI"/>
              </a:rPr>
              <a:t>Төлбөр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1775" y="4069080"/>
            <a:ext cx="160934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Кассчин paid болгоход</a:t>
            </a:r>
          </a:p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ширээ автомат чөлөөлөгдөнө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6235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34D399"/>
                </a:solidFill>
                <a:latin typeface="Segoe UI"/>
              </a:rPr>
              <a:t>Онцлог: нэг идэвхтэй session дээр олон гар утас зэрэг захиалга өгөх боломжтой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Үндсэн боломжууд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874519"/>
            <a:ext cx="3569208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19"/>
            <a:ext cx="31120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Олон зочин · нэг 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59"/>
            <a:ext cx="3112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Ширээн дэх хүн болгон өөрийн утсаар</a:t>
            </a:r>
          </a:p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захиалга өгнө. customerId-аар тусгаарлана.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9016" y="1874519"/>
            <a:ext cx="3569208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7616" y="2103119"/>
            <a:ext cx="31120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Бодит цагт шинэчлэл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7616" y="2651759"/>
            <a:ext cx="3112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Socket.IO room-аар шинэ захиалга,</a:t>
            </a:r>
          </a:p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статус өөрчлөлт шууд харагдана.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9392" y="1874519"/>
            <a:ext cx="3569208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7992" y="2103119"/>
            <a:ext cx="31120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Нөөцийн удирдлага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7992" y="2651759"/>
            <a:ext cx="3112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Бараа нэмэхэд цэсэнд автомат нэмэгдэнэ.</a:t>
            </a:r>
          </a:p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Захиалга хасалт автомат.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39"/>
            <a:ext cx="3569208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39"/>
            <a:ext cx="31120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Threshold мэдэгдэл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83479"/>
            <a:ext cx="3112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Доод хэмжээг давж доошлоход</a:t>
            </a:r>
          </a:p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хонхоор + DB-д хадгалагдана.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19016" y="4206239"/>
            <a:ext cx="3569208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7616" y="4434839"/>
            <a:ext cx="31120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Төлбөр + ширээний нэгтгэл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7616" y="4983479"/>
            <a:ext cx="3112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Нэг ширээний бүх идэвхтэй захиалгын</a:t>
            </a:r>
          </a:p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нийт дүнг картан дээр харуулна.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89392" y="4206239"/>
            <a:ext cx="3569208" cy="21031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7992" y="4434839"/>
            <a:ext cx="311200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Тайлан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7992" y="4983479"/>
            <a:ext cx="311200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Борлуулалт, топ хоол, ачаалалтай цаг,</a:t>
            </a:r>
          </a:p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төлбөрийн арга — огноогоор шүүнэ.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Ажилтны самбар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60120"/>
            <a:ext cx="10972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Segoe UI"/>
              </a:rPr>
              <a:t>Роль тус бүрийн харах боломж ялгаатай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874519"/>
            <a:ext cx="2674620" cy="42062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19"/>
            <a:ext cx="2674620" cy="6858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93391"/>
            <a:ext cx="26746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3"/>
                </a:solidFill>
                <a:latin typeface="Segoe UI"/>
              </a:rPr>
              <a:t>Менежер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Бүх цэс, ширээ, тайлан, зар, сэтгэгдэл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5661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Хоол, ангилал удирдлага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519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Бараа, мэдэгдэл харах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Борлуулалтын тайлан, топ хоол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0420" y="1874519"/>
            <a:ext cx="2674620" cy="42062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60420" y="1874519"/>
            <a:ext cx="2674620" cy="685800"/>
          </a:xfrm>
          <a:prstGeom prst="roundRect">
            <a:avLst>
              <a:gd name="adj" fmla="val 22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60420" y="1993391"/>
            <a:ext cx="26746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3"/>
                </a:solidFill>
                <a:latin typeface="Segoe UI"/>
              </a:rPr>
              <a:t>Кассчин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300" y="28803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Захиалга, нэгтгэл, нөөц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3300" y="35661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Төлбөр авах, paid төлөв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3300" y="42519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Хоол void хийх эрх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49377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Бараа нэмэх, засах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874519"/>
            <a:ext cx="2674620" cy="42062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1874519"/>
            <a:ext cx="2674620" cy="685800"/>
          </a:xfrm>
          <a:prstGeom prst="roundRect">
            <a:avLst>
              <a:gd name="adj" fmla="val 22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1993391"/>
            <a:ext cx="26746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3"/>
                </a:solidFill>
                <a:latin typeface="Segoe UI"/>
              </a:rPr>
              <a:t>Үйлчлэгч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803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Идэвхтэй захиалгууд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661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Ширээ идэвхжүүлэх (session)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42519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served төлөвт шилжүүлэх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9377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Урьдчилсан захиалга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83980" y="1874519"/>
            <a:ext cx="2674620" cy="420624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83980" y="1874519"/>
            <a:ext cx="2674620" cy="685800"/>
          </a:xfrm>
          <a:prstGeom prst="roundRect">
            <a:avLst>
              <a:gd name="adj" fmla="val 22000"/>
            </a:avLst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3980" y="1993391"/>
            <a:ext cx="26746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723"/>
                </a:solidFill>
                <a:latin typeface="Segoe UI"/>
              </a:rPr>
              <a:t>Тогооч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66860" y="28803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Preparing дараалал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66860" y="35661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Ready болгон тэмдэглэх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66860" y="42519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Зөвхөн идэвхтэй захиалга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6860" y="4937759"/>
            <a:ext cx="23088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• Хоол бүрийн тэмдэглэл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Нөөцийн удирдлагын модуль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858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97316"/>
                </a:solidFill>
                <a:latin typeface="Segoe UI"/>
              </a:rPr>
              <a:t>Ажлын урсгал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33172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24028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Менежер/кассчин бараа нэмэхэд inventory_items + menu_items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хүснэгтэнд зэрэг бичигдэнэ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10896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2724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  <a:latin typeface="Sego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01752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Customer тухайн барааг захиалахад GREATEST(qty-delta, 0)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томьёогоор хасалт хийгдэнэ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0448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9476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qty ≤ threshold болох агшинд socket илгээж DB-д</a:t>
            </a:r>
          </a:p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notification хадгалагдана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663440"/>
            <a:ext cx="365760" cy="36576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681728"/>
            <a:ext cx="365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5F5F5"/>
                </a:solidFill>
                <a:latin typeface="Segoe U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4572000"/>
            <a:ext cx="62179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Зөвхөн threshold давсан үед мэдэгдэл (давхардал үгүй)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89520" y="1737360"/>
            <a:ext cx="4069080" cy="448056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874519"/>
            <a:ext cx="374903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97316"/>
                </a:solidFill>
                <a:latin typeface="Consolas"/>
              </a:rPr>
              <a:t>inventory_items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233172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onsolas"/>
              </a:rPr>
              <a:t>id            serial PK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67919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onsolas"/>
              </a:rPr>
              <a:t>name          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026664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onsolas"/>
              </a:rPr>
              <a:t>type          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374136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onsolas"/>
              </a:rPr>
              <a:t>quantity      integer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21608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onsolas"/>
              </a:rPr>
              <a:t>threshold     integer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069080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onsolas"/>
              </a:rPr>
              <a:t>image_url     text?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416552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onsolas"/>
              </a:rPr>
              <a:t>created_at    timestamp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4764024"/>
            <a:ext cx="37490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Consolas"/>
              </a:rPr>
              <a:t>updated_at    timestamp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530352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onsolas"/>
              </a:rPr>
              <a:t>menu_items.inventory_item_id → FK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Бодит цагийн мэдэгдлийн систем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Event → DB → Socket → UI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5147" y="251460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027" y="27889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Segoe UI"/>
              </a:rPr>
              <a:t>Event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8027" y="34290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Шинэ захиалга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Сэтгэгдэл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Нөөц дуусах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5467" y="3291840"/>
            <a:ext cx="30004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75507" y="251460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8387" y="27889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Segoe UI"/>
              </a:rPr>
              <a:t>createNotification()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8387" y="34290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DB-д бичиж,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Socket.IO-р илгээнэ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5827" y="3291840"/>
            <a:ext cx="30004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251460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27889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Segoe UI"/>
              </a:rPr>
              <a:t>notifications</a:t>
            </a:r>
          </a:p>
          <a:p>
            <a:pPr algn="ctr"/>
            <a:r>
              <a:rPr sz="1600" b="1">
                <a:solidFill>
                  <a:srgbClr val="F97316"/>
                </a:solidFill>
                <a:latin typeface="Segoe UI"/>
              </a:rPr>
              <a:t>хүснэгт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34290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type · title · message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data · read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826187" y="3291840"/>
            <a:ext cx="300040" cy="27432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36227" y="2514600"/>
            <a:ext cx="2560320" cy="182880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19107" y="278892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97316"/>
                </a:solidFill>
                <a:latin typeface="Segoe UI"/>
              </a:rPr>
              <a:t>UI хонх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9107" y="3429000"/>
            <a:ext cx="2194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Улаан бадж +</a:t>
            </a:r>
          </a:p>
          <a:p>
            <a:pPr algn="ctr"/>
            <a:r>
              <a:rPr sz="1200" b="0">
                <a:solidFill>
                  <a:srgbClr val="F5F5F5"/>
                </a:solidFill>
                <a:latin typeface="Segoe UI"/>
              </a:rPr>
              <a:t>унших / цэвэрлэх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97316"/>
                </a:solidFill>
                <a:latin typeface="Segoe UI"/>
              </a:rPr>
              <a:t>Эвент төрөл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303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onsolas"/>
              </a:rPr>
              <a:t>order_new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303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→ Шинэ захиалга үүсэхэд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6692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onsolas"/>
              </a:rPr>
              <a:t>inventory_low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56692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→ Нөөц threshold давахад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603504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onsolas"/>
              </a:rPr>
              <a:t>review_new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60350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Segoe UI"/>
              </a:rPr>
              <a:t>→ Зочин сэтгэгдэл илгээхэд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73152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11480"/>
            <a:ext cx="10972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5F5F5"/>
                </a:solidFill>
                <a:latin typeface="Segoe UI"/>
              </a:rPr>
              <a:t>Гарсан үр дүн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109960" cy="9525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2651760" cy="16459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97316"/>
                </a:solidFill>
                <a:latin typeface="Segoe U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үндсэн модуль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20240"/>
            <a:ext cx="2651760" cy="16459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97316"/>
                </a:solidFill>
                <a:latin typeface="Segoe UI"/>
              </a:rPr>
              <a:t>14+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30175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REST endpoint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920240"/>
            <a:ext cx="2651760" cy="16459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21488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97316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0175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ажилтны роль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920240"/>
            <a:ext cx="2651760" cy="1645920"/>
          </a:xfrm>
          <a:prstGeom prst="roundRect">
            <a:avLst>
              <a:gd name="adj" fmla="val 12000"/>
            </a:avLst>
          </a:prstGeom>
          <a:solidFill>
            <a:srgbClr val="1B2433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214884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97316"/>
                </a:solidFill>
                <a:latin typeface="Segoe UI"/>
              </a:rPr>
              <a:t>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01752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Segoe UI"/>
              </a:rPr>
              <a:t>зэрэг зочин / ширээ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97316"/>
                </a:solidFill>
                <a:latin typeface="Segoe UI"/>
              </a:rPr>
              <a:t>Хэрэгжсэн шинэ боломжууд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449884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389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Олон зочин нэг идэвхтэй QR дээр зэрэг захиалга өгөх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84632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365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Гадна талаас орж ирсэн бараа (ундаа, дарс) автомат цэсэнд нэгдэх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5193792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8406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Нөөц threshold давахад мэдэгдэх, 0 болсныг ялгах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5541264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431536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Бодит цагийн хонхны мэдэгдэл, түүх, унших/цэвэрлэх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5888736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77900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Ширээ тус бүрийн идэвхтэй захиалгын нийт дүнг нэгтгэн харуулах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6236208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F5F5F5"/>
                </a:solidFill>
                <a:latin typeface="Segoe UI"/>
              </a:rPr>
              <a:t>Топ хоолыг огноогоор шүүж бүх төрлийг харуулах тайлан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Segoe UI"/>
              </a:rPr>
              <a:t>QR Ширээ захиалгын систем  •  Төгсөлтийн төсөл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46520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5F5F5"/>
                </a:solidFill>
                <a:latin typeface="Segoe UI"/>
              </a:rPr>
              <a:t>Анхаарал хандуулсанд</a:t>
            </a:r>
          </a:p>
          <a:p>
            <a:pPr algn="ctr"/>
            <a:r>
              <a:rPr sz="5400" b="1">
                <a:solidFill>
                  <a:srgbClr val="F5F5F5"/>
                </a:solidFill>
                <a:latin typeface="Segoe UI"/>
              </a:rPr>
              <a:t>Баярлалаа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97316"/>
                </a:solidFill>
                <a:latin typeface="Segoe UI"/>
              </a:rPr>
              <a:t>Асуулт хариулт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66344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Segoe UI"/>
              </a:rPr>
              <a:t>GitHub: github.com/Ochko0310/QR_Restaurant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